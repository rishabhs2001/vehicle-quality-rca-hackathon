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Calibri"/>
              </a:rPr>
              <a:t>Supplier Risk — Projected 30-Day Failures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Projected 30-day failures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123 Battery Mfrs</c:v>
                  </c:pt>
                  <c:pt idx="1">
                    <c:v>ACME Battery</c:v>
                  </c:pt>
                  <c:pt idx="2">
                    <c:v>800-Battery</c:v>
                  </c:pt>
                  <c:pt idx="3">
                    <c:v>ABCD Tech</c:v>
                  </c:pt>
                  <c:pt idx="4">
                    <c:v>WW Batteries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1363.7</c:v>
                </c:pt>
                <c:pt idx="1">
                  <c:v>1285.4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24316E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2431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× CAPGEMINI HACKATHON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Quality Root Cause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Platform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quality intelligence for connected vehicles — integrating telemetry, manufacturing, and supplier data to forecast and prevent failures before they reach customers.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532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VoltGuard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704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Rishabh Shukla  ·  Teammate 2  ·  Teammate 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→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fragmented, reactive data to one predictive agent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7373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1691640"/>
            <a:ext cx="4828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1965960"/>
            <a:ext cx="4828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Telemetry, manufacturing, and supplier data sit in silos — no view connects a failure to its origin.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69748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697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" y="2651760"/>
            <a:ext cx="4828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Reactive, not proactive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926080"/>
            <a:ext cx="4828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are investigated only after customers report them, once cost and brand damage are locked in.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65760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576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611880"/>
            <a:ext cx="4828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forward-looking view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886200"/>
            <a:ext cx="4828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can't prioritize which parts or suppliers to fix next without a 30-day forecast.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0" cy="47091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17373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7373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22008" y="1691640"/>
            <a:ext cx="4782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Monitoring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922008" y="1965960"/>
            <a:ext cx="4782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anomaly patterns — where failures cluster across parts, suppliers, chemistries.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420624" cy="420624"/>
          </a:xfrm>
          <a:prstGeom prst="ellipse">
            <a:avLst/>
          </a:prstGeom>
          <a:solidFill>
            <a:srgbClr val="3D5A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697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2651760"/>
            <a:ext cx="4782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922008" y="2926080"/>
            <a:ext cx="4782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failures across part → supplier → chemistry → DTC code, connecting every dimension.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55080" y="3657600"/>
            <a:ext cx="420624" cy="420624"/>
          </a:xfrm>
          <a:prstGeom prst="ellipse">
            <a:avLst/>
          </a:prstGeom>
          <a:solidFill>
            <a:srgbClr val="1E8F5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6576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22008" y="3611880"/>
            <a:ext cx="4782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922008" y="3886200"/>
            <a:ext cx="4782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the next 30 days of failures with 95% confidence intervals, at every granularity.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55080" y="47091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0" y="470916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Cortex Agent delivers all three capabilities through a single conversational interface.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VoltGuard  |  Vehicle Quality RCA Platform  |  Snowflake × Capgemini Hackathon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flow, entirely on Snowflake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12064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Source Data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tables: telemetry, parts, suppliers, DTC codes, chemistry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2093976" y="2907792"/>
            <a:ext cx="304952" cy="26517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2386584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441448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View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441448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&amp; joined; fan-out and date bugs fixed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023360" y="2907792"/>
            <a:ext cx="304952" cy="26517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315968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70832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Projection Views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70832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/ supplier / part / chemistry, 30-day forecasts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52744" y="2907792"/>
            <a:ext cx="304952" cy="26517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245352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00216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View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Analyst: relationships, metrics, verified queries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882128" y="2907792"/>
            <a:ext cx="304952" cy="26517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0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Cortex Agent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3 integrated capabilities, NL Q&amp;A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9811512" y="2907792"/>
            <a:ext cx="304952" cy="26517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04120" y="1965960"/>
            <a:ext cx="1609344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158984" y="2075688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MCP Server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158984" y="3547872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&amp; external AI tools via MCP protocol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4348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runs natively on Snowflake — no data leaves the platform, and no external orchestration layer is required.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" y="5074920"/>
            <a:ext cx="1115568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1937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FIXES ALONG THE WAY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54406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bug: deduped batch-variant PART_NUMBER rows (302,883 → 375,634 → fixed back to 302,883)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833872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574243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corruption: 2-digit year “0022” corrected to 2022 before any time-series work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613562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6044184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date-spine built so zero-failure days are represented — unbiased failure-rate calculation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VoltGuard  |  Vehicle Quality RCA Platform  |  Snowflake × Capgemini Hackathon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Failures are concentrated, and the forecast is explainable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17320"/>
          <a:ext cx="59436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417320"/>
            <a:ext cx="5074920" cy="2880360"/>
          </a:xfrm>
          <a:prstGeom prst="roundRect">
            <a:avLst>
              <a:gd name="adj" fmla="val 254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12280" y="157276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5 suppliers = 100% of risk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2011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to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parts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chemistries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(Cobalt Dioxide, Lithium-Ion) — all failure codes are voltage-related, pointing to a fixable chemistry/voltage-stability issue at specific suppliers, not a fleet-wide design defect.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4480560"/>
            <a:ext cx="1115568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459028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METHOD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4901184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SNOWFLAKE.ML.FORECAST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underperformed on our sparse 59-day dataset (SMAPE ≈ 2.0, worst possible). We shipped a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rate-based projection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— statistically valid for sparse counts, fully explainable, and always non-negative.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03920" y="4846320"/>
            <a:ext cx="315468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4864608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2,649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03920" y="5486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next-30-day fleet forecast (95% CI: 2,548–2,750)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VoltGuard  |  Vehicle Quality RCA Platform  |  Snowflake × Capgemini Hackathon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&amp;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matters, and what makes it different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2,649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3911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projected fleet-wide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next 30 days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14173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03911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suppliers driving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projected risk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14173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days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92440" y="203911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 time to act before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reach customers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2431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78892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impact: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typical ~$800–$1,200 warranty-claim cost per battery repair, proactively fixing the 2 highest-risk parts before ~2,649 projected failures could avoid an estimated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$2.1M–$3.2M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30-day warranty exposure — before brand and safety impact.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977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INNOVATION: MCP SERVER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279392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Snowflake MCP Server exposes our Cortex Agent as a standard Model Context Protocol tool — any MCP-compatible client (Claude, ChatGPT, internal copilots) can call it directly, governed by the same Snowflake roles. No custom API or gateway required.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212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SNOWFLAKE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5532120"/>
            <a:ext cx="1474013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5532120"/>
            <a:ext cx="14740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Views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141525" y="5532120"/>
            <a:ext cx="1474013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41525" y="5532120"/>
            <a:ext cx="14740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Analyst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80130" y="5532120"/>
            <a:ext cx="1393546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80130" y="5532120"/>
            <a:ext cx="139354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Agents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38267" y="5532120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8267" y="5532120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55003" y="5532120"/>
            <a:ext cx="2117750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55003" y="5532120"/>
            <a:ext cx="21177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in Snowflake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37346" y="5532120"/>
            <a:ext cx="1876349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37346" y="5532120"/>
            <a:ext cx="1876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Forecasting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978286" y="5532120"/>
            <a:ext cx="1715414" cy="365760"/>
          </a:xfrm>
          <a:prstGeom prst="roundRect">
            <a:avLst>
              <a:gd name="adj" fmla="val 50000"/>
            </a:avLst>
          </a:prstGeom>
          <a:solidFill>
            <a:srgbClr val="2A377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8286" y="5532120"/>
            <a:ext cx="171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Grants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6126480"/>
            <a:ext cx="11155680" cy="0"/>
          </a:xfrm>
          <a:prstGeom prst="line">
            <a:avLst/>
          </a:prstGeom>
          <a:noFill/>
          <a:ln w="12700">
            <a:solidFill>
              <a:srgbClr val="3B478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VoltGuard  |  Vehicle Quality RCA Platform  |  Snowflake × Capgemini Hackathon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2026-09-23T02:19:49Z</dcterms:created>
  <dcterms:modified xsi:type="dcterms:W3CDTF">2026-09-23T02:19:49Z</dcterms:modified>
</cp:coreProperties>
</file>